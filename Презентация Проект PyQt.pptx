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0518B-5E81-41A8-92AE-8929F9185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51252F-4D2C-4680-A65A-D11F07036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CB0289-6316-41D5-A222-039D84F51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1151-84A6-41DA-8822-05E6786E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44864C-6D33-4B14-81FC-52A340AB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33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88566-2DE2-4F7C-9CF4-87AF55B4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839BD-42B7-4017-9D15-A98DFE0DE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532063-3E8D-4EE9-B749-792AD3E6B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69CA07-FD10-4326-A88A-D54064B8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7B45F3-5588-4D80-A4C8-1C39239B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654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14735-6F7E-4A8C-A0AD-62BE9BAD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A42C0E-BC70-4615-BB6D-12194BE6A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8BC101-06DD-4A4A-979A-6064C6CC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2C2E3F-6675-41B2-A2E2-13ECAD62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60F6F7-B63F-4303-B9F0-BBCF97A7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47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ED23E8-EA51-4F3D-8CBE-BB8487E2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C86D3A-8C2A-4972-9B63-F9AFDE86B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32B73F-9B01-4B22-B9F3-F81A22A04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D93EB3-4132-46AC-B6C8-5233C0F3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922297-28A5-40E0-B8BC-40712699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B98CF8-13AA-40A2-BC51-931BA330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8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ABBFF-66E9-4B86-8C65-284807B37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CA6BF5-F818-4A04-BA6C-A87A82A86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081458-F0CB-4189-B641-4D227F65C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34773F-D414-49DA-9A80-F9B9917EE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FD54DE8-AE0A-445D-8D25-4720D697E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AB4C66-0BDC-4DE7-AA51-5373ADD1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765C4C9-A310-44DB-9625-84788C88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2B77AD-0E60-45B7-BFD8-C235A532F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84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5903E-84CA-409B-B82E-0A0FA082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FB47F5-7386-4D2B-BF6E-0F571589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8E3BE4-1ECC-455E-AC12-F14DEE47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0C55F7-84F0-4138-835E-0D98AA32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605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FA9CC27-5776-414B-99CD-F9159726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6D65967-3215-4CBF-ADCF-FB9C72C0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D0B076-72BE-41CA-BC18-27B9AECA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13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7A65A-D183-4A19-B9E6-78B40809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1813F9-E1CD-4A0B-B4D2-E046920CC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0D5E32-82F1-4ECF-91AA-C406B9E56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A43E97-0DFE-4F59-85DF-A37115FD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7916CC-9A8B-48EE-9068-F5F382FB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55FA317-C047-4058-B2BC-8B01DD2C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65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CF803-B71B-4B13-8EFB-11CFD4F9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BF5DF4-0072-48D4-9021-DEA21316B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BC7E88-E55E-478C-A818-EB0DA2897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7D9C34-64DA-4EE8-A6E6-DC2E6501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9CBDB6-1B98-4ACA-90E4-1B1C66F5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F01CF0-205C-4D0B-80C2-E944BF9C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8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4A72A-5A1D-452F-8710-774D4D91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E5EB97-FE68-4E78-98C4-ECA73DA3F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39AD2C-A278-424E-B82C-496AA8ADC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BB2316-0356-4C6F-AC28-C775C90D9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219177-9AB4-4173-A8CC-C095C161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19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A141B88-8AA3-47AB-9F31-B549877D4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DA9AAE-6041-41F0-9DA5-EEF959A72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9FB9ED-1E4F-4254-835C-6FD11E4E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FE5088-8BBC-45C1-AE3A-050D87E0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76BDB-096D-43A7-B8C9-AFC41346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23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90578-BF9D-4574-A88A-7A5948EB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BD5DE4-0909-4961-BF98-90F3EE9C8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AFF68D-C76E-44E8-A656-13914F4AC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EEDC0-9B8B-4FAE-8BAB-6206D08F863C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E5E52B-C019-430E-BABD-8B7AEEE68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A71E48-285D-487C-8EB7-54D7D692E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2E4D6-70A8-413F-A09E-869D3944E4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71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E8F9-3477-4FF1-B673-7550EC59ED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</a:t>
            </a:r>
            <a:r>
              <a:rPr lang="en-US" dirty="0"/>
              <a:t>“</a:t>
            </a:r>
            <a:r>
              <a:rPr lang="ru-RU" dirty="0"/>
              <a:t>Электронный дневник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82C60D-F3D2-4EC1-B49A-3CB01355B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Судибор Михаил Павлович</a:t>
            </a:r>
          </a:p>
        </p:txBody>
      </p:sp>
    </p:spTree>
    <p:extLst>
      <p:ext uri="{BB962C8B-B14F-4D97-AF65-F5344CB8AC3E}">
        <p14:creationId xmlns:p14="http://schemas.microsoft.com/office/powerpoint/2010/main" val="3824019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2C5BCE-43ED-4567-B3BD-F0665EAD0D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79000">
                <a:schemeClr val="accent3">
                  <a:lumMod val="97000"/>
                  <a:lumOff val="3000"/>
                </a:schemeClr>
              </a:gs>
              <a:gs pos="98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79B75D-374A-494B-83D3-B53553C83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802" y="428206"/>
            <a:ext cx="7592485" cy="6001588"/>
          </a:xfrm>
          <a:prstGeom prst="rect">
            <a:avLst/>
          </a:prstGeom>
          <a:scene3d>
            <a:camera prst="perspectiveLeft"/>
            <a:lightRig rig="threePt" dir="t"/>
          </a:scene3d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536EEC5B-8C68-458D-8B01-13C7A60BB37B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138875" y="3083741"/>
            <a:ext cx="1227931" cy="922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D07E421-C797-4FAB-95A3-9CFCFCEDF06A}"/>
              </a:ext>
            </a:extLst>
          </p:cNvPr>
          <p:cNvSpPr txBox="1"/>
          <p:nvPr/>
        </p:nvSpPr>
        <p:spPr>
          <a:xfrm>
            <a:off x="3279508" y="4006013"/>
            <a:ext cx="1718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Легко добавлять учеников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EC2A042-B2F9-4243-A120-F0266D21C5CF}"/>
              </a:ext>
            </a:extLst>
          </p:cNvPr>
          <p:cNvCxnSpPr>
            <a:cxnSpLocks/>
          </p:cNvCxnSpPr>
          <p:nvPr/>
        </p:nvCxnSpPr>
        <p:spPr>
          <a:xfrm flipH="1">
            <a:off x="6731001" y="3818467"/>
            <a:ext cx="1346199" cy="364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9A85C381-B197-4145-BA77-5D1A86FB9AEA}"/>
              </a:ext>
            </a:extLst>
          </p:cNvPr>
          <p:cNvCxnSpPr>
            <a:cxnSpLocks/>
          </p:cNvCxnSpPr>
          <p:nvPr/>
        </p:nvCxnSpPr>
        <p:spPr>
          <a:xfrm flipV="1">
            <a:off x="8412427" y="2726267"/>
            <a:ext cx="172773" cy="86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AC8CC4-80D8-49FE-97C1-B065863D68CC}"/>
              </a:ext>
            </a:extLst>
          </p:cNvPr>
          <p:cNvSpPr txBox="1"/>
          <p:nvPr/>
        </p:nvSpPr>
        <p:spPr>
          <a:xfrm>
            <a:off x="8068202" y="3540347"/>
            <a:ext cx="1811867" cy="465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Легко выставить оценку и удалять учеников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151D9C-6425-4C1C-A5FF-9291999AFECA}"/>
              </a:ext>
            </a:extLst>
          </p:cNvPr>
          <p:cNvSpPr txBox="1"/>
          <p:nvPr/>
        </p:nvSpPr>
        <p:spPr>
          <a:xfrm>
            <a:off x="138642" y="183690"/>
            <a:ext cx="4467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Идея и цели проекта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27DCEE-CFD6-42C9-AC22-38C1B01FD4FF}"/>
              </a:ext>
            </a:extLst>
          </p:cNvPr>
          <p:cNvSpPr txBox="1"/>
          <p:nvPr/>
        </p:nvSpPr>
        <p:spPr>
          <a:xfrm>
            <a:off x="144462" y="952155"/>
            <a:ext cx="30575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Основная цель:</a:t>
            </a:r>
          </a:p>
          <a:p>
            <a:r>
              <a:rPr lang="ru-RU" dirty="0"/>
              <a:t>Создание электронного дневника для автоматизации учета успеваемости студентов.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5C0726-D40D-4C9B-94DE-689C7509F209}"/>
              </a:ext>
            </a:extLst>
          </p:cNvPr>
          <p:cNvSpPr txBox="1"/>
          <p:nvPr/>
        </p:nvSpPr>
        <p:spPr>
          <a:xfrm>
            <a:off x="313267" y="2726267"/>
            <a:ext cx="20227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Плюсы такого приложения: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замена бумажных журналов на цифровую систему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централизованное хранение данных об успеваемости</a:t>
            </a:r>
          </a:p>
        </p:txBody>
      </p:sp>
    </p:spTree>
    <p:extLst>
      <p:ext uri="{BB962C8B-B14F-4D97-AF65-F5344CB8AC3E}">
        <p14:creationId xmlns:p14="http://schemas.microsoft.com/office/powerpoint/2010/main" val="64832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44000">
              <a:schemeClr val="accent3">
                <a:alpha val="93000"/>
                <a:lumMod val="88000"/>
              </a:schemeClr>
            </a:gs>
            <a:gs pos="98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1A4799C-D56B-42CD-87E9-575F589829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389"/>
          <a:stretch/>
        </p:blipFill>
        <p:spPr>
          <a:xfrm>
            <a:off x="6350" y="-1"/>
            <a:ext cx="12179300" cy="6762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19B17B-640D-4EA6-A331-4E16C3693A50}"/>
              </a:ext>
            </a:extLst>
          </p:cNvPr>
          <p:cNvSpPr txBox="1"/>
          <p:nvPr/>
        </p:nvSpPr>
        <p:spPr>
          <a:xfrm>
            <a:off x="9635067" y="19049"/>
            <a:ext cx="2319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Реализация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0971E-6321-4BE5-A094-A969B10D8C46}"/>
              </a:ext>
            </a:extLst>
          </p:cNvPr>
          <p:cNvSpPr txBox="1"/>
          <p:nvPr/>
        </p:nvSpPr>
        <p:spPr>
          <a:xfrm>
            <a:off x="7095067" y="846667"/>
            <a:ext cx="47582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Основные пункты проектирования приложения</a:t>
            </a:r>
            <a:r>
              <a:rPr lang="en-US" dirty="0"/>
              <a:t>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Разработка дизайна – QT </a:t>
            </a:r>
            <a:r>
              <a:rPr lang="ru-RU" dirty="0" err="1"/>
              <a:t>Designer</a:t>
            </a:r>
            <a:r>
              <a:rPr lang="ru-RU" dirty="0"/>
              <a:t>, PyQt6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Модульная структура (разделение на классы)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Защита приложения от ошибок на всех уровнях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9AFC6-F8FD-4295-AD95-B12A32CE9121}"/>
              </a:ext>
            </a:extLst>
          </p:cNvPr>
          <p:cNvSpPr txBox="1"/>
          <p:nvPr/>
        </p:nvSpPr>
        <p:spPr>
          <a:xfrm>
            <a:off x="7095067" y="3318933"/>
            <a:ext cx="4411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Особенности и технологии: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Поддержка тем оформления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Изученные и не только виджеты </a:t>
            </a:r>
            <a:r>
              <a:rPr lang="en-US" dirty="0"/>
              <a:t>QT Designer</a:t>
            </a:r>
            <a:r>
              <a:rPr lang="ru-R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с файлами типа </a:t>
            </a:r>
            <a:r>
              <a:rPr lang="en-US" dirty="0"/>
              <a:t>txt, 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Стилизация приложения </a:t>
            </a:r>
            <a:r>
              <a:rPr lang="en-US" dirty="0" err="1"/>
              <a:t>css</a:t>
            </a:r>
            <a:r>
              <a:rPr lang="ru-RU" dirty="0"/>
              <a:t> запросом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334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79000">
              <a:schemeClr val="accent3">
                <a:lumMod val="97000"/>
                <a:lumOff val="3000"/>
              </a:schemeClr>
            </a:gs>
            <a:gs pos="98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0BFD96F-5E02-4875-B83E-E0AAFFE8C3CC}"/>
              </a:ext>
            </a:extLst>
          </p:cNvPr>
          <p:cNvSpPr txBox="1"/>
          <p:nvPr/>
        </p:nvSpPr>
        <p:spPr>
          <a:xfrm>
            <a:off x="220133" y="228600"/>
            <a:ext cx="41400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Выводы и дальнейшая разработка.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08B4FC-856B-4038-81C2-3CD3C501BF92}"/>
              </a:ext>
            </a:extLst>
          </p:cNvPr>
          <p:cNvSpPr txBox="1"/>
          <p:nvPr/>
        </p:nvSpPr>
        <p:spPr>
          <a:xfrm>
            <a:off x="330200" y="597932"/>
            <a:ext cx="2954867" cy="3965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9CBA5C-563C-4809-BAA5-ACCC3F80E171}"/>
              </a:ext>
            </a:extLst>
          </p:cNvPr>
          <p:cNvSpPr txBox="1"/>
          <p:nvPr/>
        </p:nvSpPr>
        <p:spPr>
          <a:xfrm>
            <a:off x="4635500" y="1781644"/>
            <a:ext cx="3479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</a:p>
          <a:p>
            <a:r>
              <a:rPr lang="ru-RU" dirty="0"/>
              <a:t>Проект успешно реализован как полное приложение. </a:t>
            </a:r>
            <a:r>
              <a:rPr lang="ru-RU"/>
              <a:t>Которое демонстрирует </a:t>
            </a:r>
            <a:r>
              <a:rPr lang="ru-RU" dirty="0"/>
              <a:t>готовое решение для автоматизации учебного процесса с удобным интерфейсом.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EFCD4-9A73-420D-9EFB-7546A02783F3}"/>
              </a:ext>
            </a:extLst>
          </p:cNvPr>
          <p:cNvSpPr txBox="1"/>
          <p:nvPr/>
        </p:nvSpPr>
        <p:spPr>
          <a:xfrm>
            <a:off x="220133" y="1781644"/>
            <a:ext cx="33443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дальнейшем приложение можно обновлять добавляя доп. Функционал такой как: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Выставление оценок </a:t>
            </a:r>
            <a:r>
              <a:rPr lang="ru-RU" dirty="0" err="1"/>
              <a:t>понедельно</a:t>
            </a:r>
            <a:r>
              <a:rPr lang="ru-RU" dirty="0"/>
              <a:t> в каждом триместре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Реализовать сортировку учеников по рейтингу</a:t>
            </a:r>
          </a:p>
        </p:txBody>
      </p:sp>
    </p:spTree>
    <p:extLst>
      <p:ext uri="{BB962C8B-B14F-4D97-AF65-F5344CB8AC3E}">
        <p14:creationId xmlns:p14="http://schemas.microsoft.com/office/powerpoint/2010/main" val="3117275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79000">
              <a:schemeClr val="accent3">
                <a:lumMod val="97000"/>
                <a:lumOff val="3000"/>
              </a:schemeClr>
            </a:gs>
            <a:gs pos="98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CA3B24-086C-4236-9A92-BEBB426BA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031" y="1223962"/>
            <a:ext cx="5881938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957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149</Words>
  <Application>Microsoft Office PowerPoint</Application>
  <PresentationFormat>Широкоэкранный</PresentationFormat>
  <Paragraphs>26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Проект “Электронный дневник”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17</cp:revision>
  <dcterms:created xsi:type="dcterms:W3CDTF">2025-11-10T13:34:50Z</dcterms:created>
  <dcterms:modified xsi:type="dcterms:W3CDTF">2025-11-11T08:08:31Z</dcterms:modified>
</cp:coreProperties>
</file>